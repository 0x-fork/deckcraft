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 box body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Cell 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B1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Cell 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B2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